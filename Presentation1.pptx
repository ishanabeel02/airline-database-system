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4" r:id="rId4"/>
    <p:sldId id="259" r:id="rId5"/>
    <p:sldId id="279" r:id="rId6"/>
    <p:sldId id="260" r:id="rId7"/>
    <p:sldId id="261" r:id="rId8"/>
    <p:sldId id="267" r:id="rId9"/>
    <p:sldId id="268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1" r:id="rId21"/>
    <p:sldId id="282" r:id="rId22"/>
    <p:sldId id="283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8ECE"/>
    <a:srgbClr val="8F45C7"/>
    <a:srgbClr val="8C8F89"/>
    <a:srgbClr val="255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3557" autoAdjust="0"/>
  </p:normalViewPr>
  <p:slideViewPr>
    <p:cSldViewPr snapToGrid="0">
      <p:cViewPr>
        <p:scale>
          <a:sx n="50" d="100"/>
          <a:sy n="50" d="100"/>
        </p:scale>
        <p:origin x="188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172-9926-4D67-BF03-09D688932519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E72ED-D1B4-412D-8FB7-C310397A704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7831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E72ED-D1B4-412D-8FB7-C310397A7044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8634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E72ED-D1B4-412D-8FB7-C310397A7044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8785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6138-0EDA-902F-09BA-305699474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C15A5-21D6-AB01-6B20-E68AD8F0E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FDE1-74CC-CD5B-23A4-15926873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C1FA7-CBF4-22E8-0B62-9CF8E358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B2AA2-A600-E9A3-3789-2CC5E859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34863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8DC8-1629-DADA-B075-C23E1E27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F6118-BBCD-03EE-48E6-3B38E2EB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141DB-20C2-83C6-A68E-DEC6E0B1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8B89C-2129-290F-A9B4-E7B33978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850B-91D3-4D27-C279-AD1B42BE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1218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E931-0EF4-1092-610D-875F7F69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49160-5EF5-F686-53EA-82B028BE1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3106B-F3F1-E9A4-DDD8-8BC940A7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2F609-3860-7746-268D-2CF31591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5DBA6-56DB-9975-A5EF-2F6636884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69970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9208-D385-C5AB-B508-8E6F1923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52392-1D32-A949-2902-85D6CE6AD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83CAB-190F-70D9-564D-5355752E3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28C28-4002-DA94-B2D5-401CAF33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4A349-7743-A271-897D-ADC5C8B2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A3F00-14C2-4E3D-5981-1B63E6C8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0400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8CC0-3767-9733-159D-AB12D2B6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C4C83-7AF0-6C03-7EA7-60B69B980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133FC-8CCC-7706-9E36-1D522F505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9AF97-B5DB-D072-4A39-75B38EAA4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0F3EA-FC88-618C-532F-2AA9953FA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17420-46D8-30EF-66F7-5AFA5788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DCC3B-17C4-9EE5-C6E7-D28CC394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F0464-179F-41D7-B560-D6FA9EBF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56394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EBE2-8AEE-9C94-68EB-F2F5FDC9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E72A2-399C-CA7A-A5A5-0B7DAC1D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C373A-C2CA-977C-F62C-E8ED791D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66027-B8F5-5FC3-0D1D-EC681856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00362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93FA6-EFBA-1C40-DD17-4344F3EB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110B3-03E8-6751-EF94-EDE357B6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E5E12-283E-8865-B350-01D81C8C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4438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76A5-DD94-1144-9D85-CC988BBC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0FD7-D088-870E-8A92-40075AD10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0EEAE-7957-006E-6108-38C67F293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4CAD0-412B-017F-21EC-8C6088C7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0964A-0F36-DC0E-E776-349EBC4D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90FBC-9FAF-2EF9-EEBA-36E27186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494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C359-500D-F6C5-52F1-574D38DF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DA32D-4950-C874-BABE-B78ED3ECB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366D1-6757-4051-F3E4-D17505278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D37A7-AE20-E186-74CF-21AC884F6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0A2F-65A3-620D-E77B-656FBE50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6786D-DF14-448B-2AB1-94D82F56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1179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B155-F7D6-1211-7587-57591B50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38238-4ACF-5043-475C-18DC6577B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17D9-1807-BAD7-6B19-37F25225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04AA7-756E-ED7A-29BC-6D10B842F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72A3E-C2B7-52DC-A9D9-47F4B476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77342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F3B82-8E34-9555-6E64-4091862EF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49EFA-8FAD-3239-D1F1-411390664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E2655-5EAC-1600-C4CF-216E78D2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3C7F7-CC31-14E0-3FC8-5993F432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705C-53CD-07BC-6646-B6A05DAC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6638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13C5ED-C8CC-46D0-2909-5994B536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9ADEC-DED0-020C-9B7C-C55EB6F5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F4B6B-958A-A62C-659B-3A2282FDC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DBAD2-5E6F-418F-839C-55CB29BE3C91}" type="datetimeFigureOut">
              <a:rPr lang="en-AE" smtClean="0"/>
              <a:t>28/06/2025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E1E0B-E6DF-0003-B3E5-18029FD77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4BA80-ADC4-FFBC-529E-DC733250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C36E3-900E-4D77-B66B-F8E19E3C53A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1618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slide" Target="slide9.xml"/><Relationship Id="rId5" Type="http://schemas.openxmlformats.org/officeDocument/2006/relationships/slide" Target="slide6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13" Type="http://schemas.openxmlformats.org/officeDocument/2006/relationships/image" Target="../media/image34.jpg"/><Relationship Id="rId18" Type="http://schemas.openxmlformats.org/officeDocument/2006/relationships/slide" Target="slide22.xml"/><Relationship Id="rId3" Type="http://schemas.openxmlformats.org/officeDocument/2006/relationships/image" Target="../media/image29.jpg"/><Relationship Id="rId7" Type="http://schemas.openxmlformats.org/officeDocument/2006/relationships/image" Target="../media/image31.jpg"/><Relationship Id="rId12" Type="http://schemas.openxmlformats.org/officeDocument/2006/relationships/slide" Target="slide17.xml"/><Relationship Id="rId17" Type="http://schemas.openxmlformats.org/officeDocument/2006/relationships/image" Target="../media/image36.jpg"/><Relationship Id="rId2" Type="http://schemas.openxmlformats.org/officeDocument/2006/relationships/image" Target="../media/image3.png"/><Relationship Id="rId16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11" Type="http://schemas.openxmlformats.org/officeDocument/2006/relationships/image" Target="../media/image33.jpg"/><Relationship Id="rId5" Type="http://schemas.openxmlformats.org/officeDocument/2006/relationships/image" Target="../media/image30.jpg"/><Relationship Id="rId15" Type="http://schemas.openxmlformats.org/officeDocument/2006/relationships/image" Target="../media/image35.jpg"/><Relationship Id="rId10" Type="http://schemas.openxmlformats.org/officeDocument/2006/relationships/slide" Target="slide19.xml"/><Relationship Id="rId4" Type="http://schemas.openxmlformats.org/officeDocument/2006/relationships/slide" Target="slide15.xml"/><Relationship Id="rId9" Type="http://schemas.openxmlformats.org/officeDocument/2006/relationships/image" Target="../media/image32.jpg"/><Relationship Id="rId14" Type="http://schemas.openxmlformats.org/officeDocument/2006/relationships/slide" Target="slide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208934-5071-734F-3E72-6DCB4C4F77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B305E-1C05-DEB2-D50A-C702173D15E9}"/>
              </a:ext>
            </a:extLst>
          </p:cNvPr>
          <p:cNvSpPr txBox="1"/>
          <p:nvPr/>
        </p:nvSpPr>
        <p:spPr>
          <a:xfrm>
            <a:off x="2194406" y="2748130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Airline Database System 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62BD1-4A38-64D5-B96E-88C81B480C01}"/>
              </a:ext>
            </a:extLst>
          </p:cNvPr>
          <p:cNvSpPr txBox="1"/>
          <p:nvPr/>
        </p:nvSpPr>
        <p:spPr>
          <a:xfrm>
            <a:off x="3556000" y="3602038"/>
            <a:ext cx="562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Queries, Key Features and Functionality  </a:t>
            </a:r>
            <a:endParaRPr lang="en-AE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artoon Plane, Animated Pilot, Cartoonish Airplane, Colorful Aviation,  Playful Jet PNG">
            <a:extLst>
              <a:ext uri="{FF2B5EF4-FFF2-40B4-BE49-F238E27FC236}">
                <a16:creationId xmlns:a16="http://schemas.microsoft.com/office/drawing/2014/main" id="{538811DF-E2D6-E043-3201-FBFC2D14E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5500" y="1447800"/>
            <a:ext cx="76200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244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99 -0.01481 C 0.08139 -0.00139 0.27787 -0.01204 0.37071 -0.00856 C 0.46355 -0.00532 0.52839 0.00417 0.61628 0.00532 C 0.70378 0.00648 0.88347 0.00787 0.89727 -0.00116 C 0.91954 -0.01458 1.47891 -0.01065 1.50183 -0.02292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35" y="64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AA9ADD-91C5-D16F-92CD-3552CF56474B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8F950-1817-FAFF-87F5-C056996B6640}"/>
              </a:ext>
            </a:extLst>
          </p:cNvPr>
          <p:cNvSpPr txBox="1"/>
          <p:nvPr/>
        </p:nvSpPr>
        <p:spPr>
          <a:xfrm>
            <a:off x="2292485" y="62257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6492C3-8F18-A374-B840-602F22E3770B}"/>
              </a:ext>
            </a:extLst>
          </p:cNvPr>
          <p:cNvGrpSpPr/>
          <p:nvPr/>
        </p:nvGrpSpPr>
        <p:grpSpPr>
          <a:xfrm rot="7833675">
            <a:off x="970563" y="1863891"/>
            <a:ext cx="1731526" cy="2470826"/>
            <a:chOff x="1809345" y="2684834"/>
            <a:chExt cx="1731526" cy="2470826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5B77850-28DB-4F94-5F12-14B51EBD2F13}"/>
                </a:ext>
              </a:extLst>
            </p:cNvPr>
            <p:cNvSpPr/>
            <p:nvPr/>
          </p:nvSpPr>
          <p:spPr>
            <a:xfrm>
              <a:off x="2782111" y="2990213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33F2C7-8955-5DD0-7A32-1D5491C2031E}"/>
                </a:ext>
              </a:extLst>
            </p:cNvPr>
            <p:cNvSpPr/>
            <p:nvPr/>
          </p:nvSpPr>
          <p:spPr>
            <a:xfrm>
              <a:off x="1809345" y="2684834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919E2B4-FAEB-FE9B-85C4-0510965BE262}"/>
              </a:ext>
            </a:extLst>
          </p:cNvPr>
          <p:cNvGrpSpPr/>
          <p:nvPr/>
        </p:nvGrpSpPr>
        <p:grpSpPr>
          <a:xfrm>
            <a:off x="3111026" y="3833768"/>
            <a:ext cx="2618590" cy="1691952"/>
            <a:chOff x="3247214" y="3928183"/>
            <a:chExt cx="2618590" cy="1691952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07A1E36-0797-E792-6ECE-9B81BCC035C0}"/>
                </a:ext>
              </a:extLst>
            </p:cNvPr>
            <p:cNvSpPr/>
            <p:nvPr/>
          </p:nvSpPr>
          <p:spPr>
            <a:xfrm rot="5998940">
              <a:off x="3950558" y="4158031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0818BDC-D4D6-BE9B-DE76-C18D9987DF91}"/>
                </a:ext>
              </a:extLst>
            </p:cNvPr>
            <p:cNvSpPr/>
            <p:nvPr/>
          </p:nvSpPr>
          <p:spPr>
            <a:xfrm rot="5998940">
              <a:off x="4144008" y="3179153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9FE479-865F-9973-8325-0C458AA3969B}"/>
              </a:ext>
            </a:extLst>
          </p:cNvPr>
          <p:cNvGrpSpPr/>
          <p:nvPr/>
        </p:nvGrpSpPr>
        <p:grpSpPr>
          <a:xfrm>
            <a:off x="6515102" y="3564990"/>
            <a:ext cx="2470826" cy="1743451"/>
            <a:chOff x="6552438" y="3699760"/>
            <a:chExt cx="2470826" cy="1743451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5764475-EE73-BD53-A89B-6E98CFCE87DF}"/>
                </a:ext>
              </a:extLst>
            </p:cNvPr>
            <p:cNvSpPr/>
            <p:nvPr/>
          </p:nvSpPr>
          <p:spPr>
            <a:xfrm rot="4603266">
              <a:off x="7458722" y="3981107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A6A12B7-ACF6-5781-EC3E-AF37B846D96D}"/>
                </a:ext>
              </a:extLst>
            </p:cNvPr>
            <p:cNvSpPr/>
            <p:nvPr/>
          </p:nvSpPr>
          <p:spPr>
            <a:xfrm rot="4603266">
              <a:off x="7301468" y="2950730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524AF5-1BD1-19A4-A2CF-DEFC1D7E63B4}"/>
              </a:ext>
            </a:extLst>
          </p:cNvPr>
          <p:cNvGrpSpPr/>
          <p:nvPr/>
        </p:nvGrpSpPr>
        <p:grpSpPr>
          <a:xfrm>
            <a:off x="8908748" y="2316374"/>
            <a:ext cx="2756155" cy="1627997"/>
            <a:chOff x="9044936" y="2410789"/>
            <a:chExt cx="2756155" cy="1627997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DC61F3-4547-A7B1-77F7-FD8E9BDC2D73}"/>
                </a:ext>
              </a:extLst>
            </p:cNvPr>
            <p:cNvSpPr/>
            <p:nvPr/>
          </p:nvSpPr>
          <p:spPr>
            <a:xfrm rot="3006843">
              <a:off x="10338988" y="2576682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1F70D13-81C7-F341-FFAC-CFEBAB58AF08}"/>
                </a:ext>
              </a:extLst>
            </p:cNvPr>
            <p:cNvSpPr/>
            <p:nvPr/>
          </p:nvSpPr>
          <p:spPr>
            <a:xfrm rot="3006843">
              <a:off x="9793966" y="1661759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solidFill>
              <a:srgbClr val="B78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0F4687C-25AD-A9F1-FE16-3720B475592A}"/>
              </a:ext>
            </a:extLst>
          </p:cNvPr>
          <p:cNvSpPr txBox="1"/>
          <p:nvPr/>
        </p:nvSpPr>
        <p:spPr>
          <a:xfrm>
            <a:off x="3642961" y="5325031"/>
            <a:ext cx="2193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rules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pilot retirement and salary protection using triggers.</a:t>
            </a:r>
            <a:endParaRPr lang="en-A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CEC5A-9433-0AAC-58C1-7326A4C9BBF6}"/>
              </a:ext>
            </a:extLst>
          </p:cNvPr>
          <p:cNvSpPr txBox="1"/>
          <p:nvPr/>
        </p:nvSpPr>
        <p:spPr>
          <a:xfrm>
            <a:off x="400150" y="4041095"/>
            <a:ext cx="248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Airline System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managing flights, bookings, passengers, pilots, payments, and more.</a:t>
            </a:r>
            <a:endParaRPr lang="en-AE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A93C4-64D5-0405-540B-9EB32995FCDA}"/>
              </a:ext>
            </a:extLst>
          </p:cNvPr>
          <p:cNvSpPr txBox="1"/>
          <p:nvPr/>
        </p:nvSpPr>
        <p:spPr>
          <a:xfrm>
            <a:off x="7546057" y="5113590"/>
            <a:ext cx="2148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SQL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joins, views, triggers, and procedures for real-world functionality.</a:t>
            </a:r>
            <a:endParaRPr lang="en-A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E6DF1-F015-19F0-76BD-DBE8DF52368A}"/>
              </a:ext>
            </a:extLst>
          </p:cNvPr>
          <p:cNvSpPr txBox="1"/>
          <p:nvPr/>
        </p:nvSpPr>
        <p:spPr>
          <a:xfrm>
            <a:off x="10052257" y="4550407"/>
            <a:ext cx="2047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a live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revenue, bookings, and operational stats.</a:t>
            </a:r>
            <a:endParaRPr lang="en-A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26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583 -0.50231 C -0.14753 -0.48634 -0.09726 -0.44143 -0.0957 -0.41366 C -0.09427 -0.38565 -0.10521 -0.40463 -0.09492 -0.4 C -0.09258 -0.36204 -0.1069 -0.51157 -0.09336 -0.41967 C -0.09479 -0.4118 -0.06055 -0.26157 -0.06029 -0.25972 C -0.06003 -0.2581 -0.05677 -0.2662 -0.03203 -0.11782 C 0.00013 -0.00648 -0.00026 -0.04236 -0.00026 -0.0002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250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893 -0.74792 C -0.31666 -0.73403 -0.32304 -0.66018 -0.31054 -0.6125 C -0.29856 -0.56435 -0.29127 -0.52731 -0.26614 -0.45926 C -0.24062 -0.39074 -0.17304 -0.19282 -0.15885 -0.20185 C -0.13645 -0.21528 -0.02252 0.01343 -3.95833E-6 -1.48148E-6 " pathEditMode="relative" rAng="0" ptsTypes="AAAAA">
                                      <p:cBhvr>
                                        <p:cTn id="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40" y="374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034 -0.78403 C -0.55873 -0.76945 -0.57709 -0.65278 -0.55508 -0.63982 C -0.54076 -0.63033 -0.45912 -0.29167 -0.40352 -0.18426 C -0.34766 -0.07662 -0.23503 0.01435 -0.22084 0.00532 C -0.1987 -0.0081 -0.02292 0.01319 3.95833E-6 2.22222E-6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10" y="3949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737 -0.55162 C -0.81562 -0.53704 -0.72721 -0.02338 -0.70495 -0.00995 C -0.69089 -0.00092 -0.56992 0.19398 -0.48607 0.22755 C -0.40208 0.26111 -0.21497 0.2007 -0.20143 0.19167 C -0.17839 0.17801 -0.02266 0.01273 -0.00013 -0.00023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62" y="3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C0982-08FB-C9CC-72D6-E5A9E84D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B37CE-7D3F-D000-82B9-3A205E2667C5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5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F915C-0274-9EAC-B2E5-097A323D8D88}"/>
              </a:ext>
            </a:extLst>
          </p:cNvPr>
          <p:cNvSpPr txBox="1"/>
          <p:nvPr/>
        </p:nvSpPr>
        <p:spPr>
          <a:xfrm>
            <a:off x="2292485" y="62257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D3D57C-48B9-2A1A-EA39-832207ED771B}"/>
              </a:ext>
            </a:extLst>
          </p:cNvPr>
          <p:cNvGrpSpPr/>
          <p:nvPr/>
        </p:nvGrpSpPr>
        <p:grpSpPr>
          <a:xfrm rot="7833675">
            <a:off x="970563" y="1863891"/>
            <a:ext cx="1731526" cy="2470826"/>
            <a:chOff x="1809345" y="2684834"/>
            <a:chExt cx="1731526" cy="2470826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6BCD331-8615-C7DF-63B9-43EF49D8AC34}"/>
                </a:ext>
              </a:extLst>
            </p:cNvPr>
            <p:cNvSpPr/>
            <p:nvPr/>
          </p:nvSpPr>
          <p:spPr>
            <a:xfrm>
              <a:off x="2782111" y="2990213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A10296-FB4C-9719-3143-3E5E445D47D3}"/>
                </a:ext>
              </a:extLst>
            </p:cNvPr>
            <p:cNvSpPr/>
            <p:nvPr/>
          </p:nvSpPr>
          <p:spPr>
            <a:xfrm>
              <a:off x="1809345" y="2684834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F2BEBC5-AE27-7273-6041-C83011A1D575}"/>
              </a:ext>
            </a:extLst>
          </p:cNvPr>
          <p:cNvGrpSpPr/>
          <p:nvPr/>
        </p:nvGrpSpPr>
        <p:grpSpPr>
          <a:xfrm>
            <a:off x="3111026" y="3833768"/>
            <a:ext cx="2618590" cy="1691952"/>
            <a:chOff x="3247214" y="3928183"/>
            <a:chExt cx="2618590" cy="1691952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5058025-DB28-B371-E4F5-CE4F52D4EB6F}"/>
                </a:ext>
              </a:extLst>
            </p:cNvPr>
            <p:cNvSpPr/>
            <p:nvPr/>
          </p:nvSpPr>
          <p:spPr>
            <a:xfrm rot="5998940">
              <a:off x="3950558" y="4158031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ADCF17-CBE2-8443-2CA4-AC355CAB9CF4}"/>
                </a:ext>
              </a:extLst>
            </p:cNvPr>
            <p:cNvSpPr/>
            <p:nvPr/>
          </p:nvSpPr>
          <p:spPr>
            <a:xfrm rot="5998940">
              <a:off x="4144008" y="3179153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38CE8C-6939-DC79-7111-A6933EA004F6}"/>
              </a:ext>
            </a:extLst>
          </p:cNvPr>
          <p:cNvGrpSpPr/>
          <p:nvPr/>
        </p:nvGrpSpPr>
        <p:grpSpPr>
          <a:xfrm>
            <a:off x="6515102" y="3564990"/>
            <a:ext cx="2470826" cy="1743451"/>
            <a:chOff x="6552438" y="3699760"/>
            <a:chExt cx="2470826" cy="1743451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FABB17D-77D5-7EE8-091F-D0B9DD78FEA5}"/>
                </a:ext>
              </a:extLst>
            </p:cNvPr>
            <p:cNvSpPr/>
            <p:nvPr/>
          </p:nvSpPr>
          <p:spPr>
            <a:xfrm rot="4603266">
              <a:off x="7458722" y="3981107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B1FA5C-8FDB-0B68-036B-BA802A466C78}"/>
                </a:ext>
              </a:extLst>
            </p:cNvPr>
            <p:cNvSpPr/>
            <p:nvPr/>
          </p:nvSpPr>
          <p:spPr>
            <a:xfrm rot="4603266">
              <a:off x="7301468" y="2950730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CDED42-40E9-E8BA-AC3D-7F064EABC6BA}"/>
              </a:ext>
            </a:extLst>
          </p:cNvPr>
          <p:cNvGrpSpPr/>
          <p:nvPr/>
        </p:nvGrpSpPr>
        <p:grpSpPr>
          <a:xfrm>
            <a:off x="8908748" y="2316374"/>
            <a:ext cx="2756155" cy="1627997"/>
            <a:chOff x="9044936" y="2410789"/>
            <a:chExt cx="2756155" cy="1627997"/>
          </a:xfrm>
          <a:effectLst>
            <a:outerShdw blurRad="355600" dist="50800" dir="5400000" sx="118000" sy="118000" algn="ctr" rotWithShape="0">
              <a:schemeClr val="tx1">
                <a:alpha val="44000"/>
              </a:schemeClr>
            </a:outerShdw>
          </a:effectLst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E13B452-32A3-514A-67AA-E0F23118AC2E}"/>
                </a:ext>
              </a:extLst>
            </p:cNvPr>
            <p:cNvSpPr/>
            <p:nvPr/>
          </p:nvSpPr>
          <p:spPr>
            <a:xfrm rot="3006843">
              <a:off x="10338988" y="2576682"/>
              <a:ext cx="758760" cy="2165447"/>
            </a:xfrm>
            <a:custGeom>
              <a:avLst/>
              <a:gdLst>
                <a:gd name="connsiteX0" fmla="*/ 0 w 758760"/>
                <a:gd name="connsiteY0" fmla="*/ 0 h 2165447"/>
                <a:gd name="connsiteX1" fmla="*/ 758760 w 758760"/>
                <a:gd name="connsiteY1" fmla="*/ 2165444 h 2165447"/>
                <a:gd name="connsiteX2" fmla="*/ 758760 w 758760"/>
                <a:gd name="connsiteY2" fmla="*/ 2165447 h 2165447"/>
                <a:gd name="connsiteX3" fmla="*/ 0 w 758760"/>
                <a:gd name="connsiteY3" fmla="*/ 1645393 h 2165447"/>
                <a:gd name="connsiteX4" fmla="*/ 0 w 758760"/>
                <a:gd name="connsiteY4" fmla="*/ 0 h 216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760" h="2165447">
                  <a:moveTo>
                    <a:pt x="0" y="0"/>
                  </a:moveTo>
                  <a:lnTo>
                    <a:pt x="758760" y="2165444"/>
                  </a:lnTo>
                  <a:lnTo>
                    <a:pt x="758760" y="2165447"/>
                  </a:lnTo>
                  <a:lnTo>
                    <a:pt x="0" y="164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A127763-5A43-99E9-9A0B-F6E3C4A9AC7A}"/>
                </a:ext>
              </a:extLst>
            </p:cNvPr>
            <p:cNvSpPr/>
            <p:nvPr/>
          </p:nvSpPr>
          <p:spPr>
            <a:xfrm rot="3006843">
              <a:off x="9793966" y="1661759"/>
              <a:ext cx="972766" cy="2470826"/>
            </a:xfrm>
            <a:custGeom>
              <a:avLst/>
              <a:gdLst>
                <a:gd name="connsiteX0" fmla="*/ 865763 w 972766"/>
                <a:gd name="connsiteY0" fmla="*/ 0 h 2470826"/>
                <a:gd name="connsiteX1" fmla="*/ 972766 w 972766"/>
                <a:gd name="connsiteY1" fmla="*/ 305379 h 2470826"/>
                <a:gd name="connsiteX2" fmla="*/ 972766 w 972766"/>
                <a:gd name="connsiteY2" fmla="*/ 1950772 h 2470826"/>
                <a:gd name="connsiteX3" fmla="*/ 865763 w 972766"/>
                <a:gd name="connsiteY3" fmla="*/ 1877432 h 2470826"/>
                <a:gd name="connsiteX4" fmla="*/ 0 w 972766"/>
                <a:gd name="connsiteY4" fmla="*/ 2470826 h 2470826"/>
                <a:gd name="connsiteX5" fmla="*/ 0 w 972766"/>
                <a:gd name="connsiteY5" fmla="*/ 2470823 h 2470826"/>
                <a:gd name="connsiteX6" fmla="*/ 865763 w 972766"/>
                <a:gd name="connsiteY6" fmla="*/ 0 h 2470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66" h="2470826">
                  <a:moveTo>
                    <a:pt x="865763" y="0"/>
                  </a:moveTo>
                  <a:lnTo>
                    <a:pt x="972766" y="305379"/>
                  </a:lnTo>
                  <a:lnTo>
                    <a:pt x="972766" y="1950772"/>
                  </a:lnTo>
                  <a:lnTo>
                    <a:pt x="865763" y="1877432"/>
                  </a:lnTo>
                  <a:lnTo>
                    <a:pt x="0" y="2470826"/>
                  </a:lnTo>
                  <a:lnTo>
                    <a:pt x="0" y="2470823"/>
                  </a:lnTo>
                  <a:lnTo>
                    <a:pt x="865763" y="0"/>
                  </a:lnTo>
                  <a:close/>
                </a:path>
              </a:pathLst>
            </a:custGeom>
            <a:solidFill>
              <a:srgbClr val="B78E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92722B-ADF0-E05D-4A8F-93A1E77EFD0B}"/>
              </a:ext>
            </a:extLst>
          </p:cNvPr>
          <p:cNvSpPr txBox="1"/>
          <p:nvPr/>
        </p:nvSpPr>
        <p:spPr>
          <a:xfrm>
            <a:off x="400150" y="4041095"/>
            <a:ext cx="2487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Airline System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managing flights, bookings, passengers, pilots, payments, and more.</a:t>
            </a:r>
            <a:endParaRPr lang="en-AE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C4ADE-3C31-5830-120D-D4FF193E5D87}"/>
              </a:ext>
            </a:extLst>
          </p:cNvPr>
          <p:cNvSpPr txBox="1"/>
          <p:nvPr/>
        </p:nvSpPr>
        <p:spPr>
          <a:xfrm>
            <a:off x="3642961" y="5325031"/>
            <a:ext cx="2193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rules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pilot retirement and salary protection using triggers.</a:t>
            </a:r>
            <a:endParaRPr lang="en-A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30B85-009A-7D99-3B44-D4E1B0226F82}"/>
              </a:ext>
            </a:extLst>
          </p:cNvPr>
          <p:cNvSpPr txBox="1"/>
          <p:nvPr/>
        </p:nvSpPr>
        <p:spPr>
          <a:xfrm>
            <a:off x="7546057" y="5113590"/>
            <a:ext cx="2148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SQL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joins, views, triggers, and procedures for real-world functionality.</a:t>
            </a:r>
            <a:endParaRPr lang="en-A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3D634-C530-29A7-08BC-30282A77E784}"/>
              </a:ext>
            </a:extLst>
          </p:cNvPr>
          <p:cNvSpPr txBox="1"/>
          <p:nvPr/>
        </p:nvSpPr>
        <p:spPr>
          <a:xfrm>
            <a:off x="10052257" y="4550407"/>
            <a:ext cx="2047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a live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revenue, bookings, and operational stats.</a:t>
            </a:r>
            <a:endParaRPr lang="en-A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60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069 C 0.02227 0.01273 0.17695 0.23912 0.19922 0.25232 C 0.21328 0.26158 0.37175 0.25996 0.45378 0.22408 C 0.53568 0.18843 0.67695 0.04676 0.69128 0.0375 C 0.71328 0.02454 0.91406 -0.47546 0.93646 -0.48889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23" y="-115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007 C 0.02214 0.01273 0.21849 -0.02755 0.24076 -0.01412 C 0.25495 -0.0051 0.20443 0.01967 0.2457 -0.01297 C 0.28685 -0.0456 0.47383 -0.20116 0.48815 -0.21042 C 0.51016 -0.22385 0.71901 -0.71945 0.74167 -0.73334 " pathEditMode="relative" rAng="0" ptsTypes="AAAAA">
                                      <p:cBhvr>
                                        <p:cTn id="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083" y="-3643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0069 C 0.022 0.01273 0.1737 -0.15347 0.1957 -0.13981 C 0.20989 -0.13102 0.38554 -0.50116 0.43385 -0.59051 C 0.48216 -0.67963 0.47161 -0.66667 0.48567 -0.67569 C 0.50794 -0.68912 0.46575 -0.66366 0.48815 -0.67685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22" y="-3391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0.00092 C 0.02214 0.01273 0.20378 -0.48102 0.22617 -0.46782 C 0.23997 -0.45833 0.24531 -0.51458 0.24948 -0.49375 C 0.25404 -0.47315 0.23841 -0.33518 0.25221 -0.34421 C 0.27474 -0.35741 0.27839 -0.42824 0.30065 -0.44167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26" y="-2486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DB716-CF7F-ADE3-3B06-10976DAC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1D8553-2A30-8C32-CDEF-F6C616251428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49819-2C79-3C12-A94F-D64C64BD32B1}"/>
              </a:ext>
            </a:extLst>
          </p:cNvPr>
          <p:cNvSpPr txBox="1"/>
          <p:nvPr/>
        </p:nvSpPr>
        <p:spPr>
          <a:xfrm>
            <a:off x="2292485" y="62257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B9050-2351-E965-590C-ADA8D615D71E}"/>
              </a:ext>
            </a:extLst>
          </p:cNvPr>
          <p:cNvSpPr txBox="1"/>
          <p:nvPr/>
        </p:nvSpPr>
        <p:spPr>
          <a:xfrm>
            <a:off x="806585" y="1852692"/>
            <a:ext cx="10826615" cy="438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E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Relational schema consisting of over 12 interlinked tables.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E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Real-world business logic enforced using constraints, triggers, and stored procedures.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E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Multiple types of joins (INNER, LEFT, RIGHT, FULL) used to extract meaningful information across relationships.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E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Comprehensive ticket booking and payment handling system.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E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Dynamic dashboard for administrative insights and decision support.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E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Security and consistency through controlled updates, constraints, and validations.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15703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3C8A8-9E70-4954-5284-D555C9E4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79F891-CC7F-A7FA-6F07-15A3F97E07AE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CEF7F-AAE4-313A-5169-95608AC07C75}"/>
              </a:ext>
            </a:extLst>
          </p:cNvPr>
          <p:cNvSpPr txBox="1"/>
          <p:nvPr/>
        </p:nvSpPr>
        <p:spPr>
          <a:xfrm>
            <a:off x="2415390" y="166113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DACDA7-0D04-7F11-C0D7-98333FFA296D}"/>
              </a:ext>
            </a:extLst>
          </p:cNvPr>
          <p:cNvCxnSpPr>
            <a:cxnSpLocks/>
          </p:cNvCxnSpPr>
          <p:nvPr/>
        </p:nvCxnSpPr>
        <p:spPr>
          <a:xfrm>
            <a:off x="1611968" y="3031418"/>
            <a:ext cx="1505045" cy="1921582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B13B68-32F9-8B58-ACDD-6E33108320EF}"/>
              </a:ext>
            </a:extLst>
          </p:cNvPr>
          <p:cNvCxnSpPr>
            <a:cxnSpLocks/>
          </p:cNvCxnSpPr>
          <p:nvPr/>
        </p:nvCxnSpPr>
        <p:spPr>
          <a:xfrm flipV="1">
            <a:off x="5503187" y="3785404"/>
            <a:ext cx="1210272" cy="1310810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11D070-D13F-2F28-F1AE-5F70CD3B7933}"/>
              </a:ext>
            </a:extLst>
          </p:cNvPr>
          <p:cNvCxnSpPr>
            <a:cxnSpLocks/>
          </p:cNvCxnSpPr>
          <p:nvPr/>
        </p:nvCxnSpPr>
        <p:spPr>
          <a:xfrm>
            <a:off x="9146869" y="3320567"/>
            <a:ext cx="911224" cy="929674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0BF43BA1-CA0A-BA12-79B3-2CB65DF69B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8687250"/>
                  </p:ext>
                </p:extLst>
              </p:nvPr>
            </p:nvGraphicFramePr>
            <p:xfrm>
              <a:off x="244614" y="1280811"/>
              <a:ext cx="1714500" cy="1714500"/>
            </p:xfrm>
            <a:graphic>
              <a:graphicData uri="http://schemas.microsoft.com/office/powerpoint/2016/slidezoom">
                <pslz:sldZm>
                  <pslz:sldZmObj sldId="260" cId="189315363">
                    <pslz:zmPr id="{84633C6C-F1B5-481C-801B-468CF75A2AE2}" imageType="cover" transitionDur="1000">
                      <p166:blipFill xmlns:p166="http://schemas.microsoft.com/office/powerpoint/2016/6/main"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7" name="Slide Zoom 3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BF43BA1-CA0A-BA12-79B3-2CB65DF69B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614" y="1280811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Slide Zoom 38">
                <a:extLst>
                  <a:ext uri="{FF2B5EF4-FFF2-40B4-BE49-F238E27FC236}">
                    <a16:creationId xmlns:a16="http://schemas.microsoft.com/office/drawing/2014/main" id="{8446A6AD-37EE-4FEB-500F-3BB1CEB3C0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012809"/>
                  </p:ext>
                </p:extLst>
              </p:nvPr>
            </p:nvGraphicFramePr>
            <p:xfrm>
              <a:off x="3389692" y="4547398"/>
              <a:ext cx="1714500" cy="1714500"/>
            </p:xfrm>
            <a:graphic>
              <a:graphicData uri="http://schemas.microsoft.com/office/powerpoint/2016/slidezoom">
                <pslz:sldZm>
                  <pslz:sldZmObj sldId="261" cId="365523692">
                    <pslz:zmPr id="{B127ADF5-AEED-4E92-889A-50BE7BE8B2A6}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Slide Zoom 3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446A6AD-37EE-4FEB-500F-3BB1CEB3C0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89692" y="4547398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1" name="Slide Zoom 40">
                <a:extLst>
                  <a:ext uri="{FF2B5EF4-FFF2-40B4-BE49-F238E27FC236}">
                    <a16:creationId xmlns:a16="http://schemas.microsoft.com/office/drawing/2014/main" id="{CAC9E957-73AA-19D6-E242-8C33C612FD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7508263"/>
                  </p:ext>
                </p:extLst>
              </p:nvPr>
            </p:nvGraphicFramePr>
            <p:xfrm>
              <a:off x="7012962" y="2255823"/>
              <a:ext cx="1714500" cy="1714500"/>
            </p:xfrm>
            <a:graphic>
              <a:graphicData uri="http://schemas.microsoft.com/office/powerpoint/2016/slidezoom">
                <pslz:sldZm>
                  <pslz:sldZmObj sldId="267" cId="1778763772">
                    <pslz:zmPr id="{6E9EEE52-E1B3-47F1-AAD7-FBF4422511A8}" imageType="cover" transitionDur="1000">
                      <p166:blipFill xmlns:p166="http://schemas.microsoft.com/office/powerpoint/2016/6/main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1" name="Slide Zoom 4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AC9E957-73AA-19D6-E242-8C33C612FD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2962" y="2255823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3" name="Slide Zoom 42">
                <a:extLst>
                  <a:ext uri="{FF2B5EF4-FFF2-40B4-BE49-F238E27FC236}">
                    <a16:creationId xmlns:a16="http://schemas.microsoft.com/office/drawing/2014/main" id="{DB46E1C2-BD77-5B02-636C-03EABA0D3F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3875496"/>
                  </p:ext>
                </p:extLst>
              </p:nvPr>
            </p:nvGraphicFramePr>
            <p:xfrm>
              <a:off x="10208384" y="3914287"/>
              <a:ext cx="1714500" cy="1714500"/>
            </p:xfrm>
            <a:graphic>
              <a:graphicData uri="http://schemas.microsoft.com/office/powerpoint/2016/slidezoom">
                <pslz:sldZm>
                  <pslz:sldZmObj sldId="268" cId="12262324">
                    <pslz:zmPr id="{42EB5E0F-DB0A-4527-914A-9ED73F20D91D}" imageType="cover" transitionDur="1000">
                      <p166:blipFill xmlns:p166="http://schemas.microsoft.com/office/powerpoint/2016/6/main"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3" name="Slide Zoom 4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B46E1C2-BD77-5B02-636C-03EABA0D3F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08384" y="3914287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785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AB28A-2D1E-F3FC-8779-55ACAF27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CE99E4-0F00-0A38-1CDC-A0D0ACE93B7C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7057A-3024-37ED-E755-1D6B5D255A57}"/>
              </a:ext>
            </a:extLst>
          </p:cNvPr>
          <p:cNvSpPr txBox="1"/>
          <p:nvPr/>
        </p:nvSpPr>
        <p:spPr>
          <a:xfrm>
            <a:off x="1968500" y="50105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6623D15-E109-5062-F43F-5F8A3EBFD6AF}"/>
              </a:ext>
            </a:extLst>
          </p:cNvPr>
          <p:cNvGrpSpPr/>
          <p:nvPr/>
        </p:nvGrpSpPr>
        <p:grpSpPr>
          <a:xfrm>
            <a:off x="736600" y="1065768"/>
            <a:ext cx="3016250" cy="5549900"/>
            <a:chOff x="736600" y="1065768"/>
            <a:chExt cx="3016250" cy="55499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1111379-AB72-7639-3089-A0A9B3F16E73}"/>
                </a:ext>
              </a:extLst>
            </p:cNvPr>
            <p:cNvGrpSpPr/>
            <p:nvPr/>
          </p:nvGrpSpPr>
          <p:grpSpPr>
            <a:xfrm>
              <a:off x="736600" y="1065768"/>
              <a:ext cx="3016250" cy="5549900"/>
              <a:chOff x="736600" y="1065768"/>
              <a:chExt cx="3016250" cy="55499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331559E-D463-81EC-B023-9785F85A37D2}"/>
                  </a:ext>
                </a:extLst>
              </p:cNvPr>
              <p:cNvGrpSpPr/>
              <p:nvPr/>
            </p:nvGrpSpPr>
            <p:grpSpPr>
              <a:xfrm>
                <a:off x="736600" y="1065768"/>
                <a:ext cx="3016250" cy="5549900"/>
                <a:chOff x="736600" y="1065768"/>
                <a:chExt cx="3016250" cy="5549900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0E830F6-F5D8-70DA-CDFA-81EC35338587}"/>
                    </a:ext>
                  </a:extLst>
                </p:cNvPr>
                <p:cNvSpPr txBox="1"/>
                <p:nvPr/>
              </p:nvSpPr>
              <p:spPr>
                <a:xfrm>
                  <a:off x="1460500" y="5422900"/>
                  <a:ext cx="1016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Table 1</a:t>
                  </a:r>
                  <a:endParaRPr lang="en-AE" dirty="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15537635-2092-B9C5-0DBB-CA0F540B37EE}"/>
                    </a:ext>
                  </a:extLst>
                </p:cNvPr>
                <p:cNvSpPr/>
                <p:nvPr/>
              </p:nvSpPr>
              <p:spPr>
                <a:xfrm>
                  <a:off x="831850" y="1065768"/>
                  <a:ext cx="2921000" cy="5549900"/>
                </a:xfrm>
                <a:custGeom>
                  <a:avLst/>
                  <a:gdLst>
                    <a:gd name="connsiteX0" fmla="*/ 0 w 2921000"/>
                    <a:gd name="connsiteY0" fmla="*/ 0 h 5549900"/>
                    <a:gd name="connsiteX1" fmla="*/ 2921000 w 2921000"/>
                    <a:gd name="connsiteY1" fmla="*/ 0 h 5549900"/>
                    <a:gd name="connsiteX2" fmla="*/ 2921000 w 2921000"/>
                    <a:gd name="connsiteY2" fmla="*/ 5549900 h 5549900"/>
                    <a:gd name="connsiteX3" fmla="*/ 0 w 2921000"/>
                    <a:gd name="connsiteY3" fmla="*/ 5549900 h 5549900"/>
                    <a:gd name="connsiteX4" fmla="*/ 0 w 2921000"/>
                    <a:gd name="connsiteY4" fmla="*/ 839232 h 5549900"/>
                    <a:gd name="connsiteX5" fmla="*/ 127000 w 2921000"/>
                    <a:gd name="connsiteY5" fmla="*/ 839232 h 5549900"/>
                    <a:gd name="connsiteX6" fmla="*/ 393700 w 2921000"/>
                    <a:gd name="connsiteY6" fmla="*/ 572532 h 5549900"/>
                    <a:gd name="connsiteX7" fmla="*/ 127000 w 2921000"/>
                    <a:gd name="connsiteY7" fmla="*/ 305832 h 5549900"/>
                    <a:gd name="connsiteX8" fmla="*/ 0 w 2921000"/>
                    <a:gd name="connsiteY8" fmla="*/ 305832 h 5549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921000" h="5549900">
                      <a:moveTo>
                        <a:pt x="0" y="0"/>
                      </a:moveTo>
                      <a:lnTo>
                        <a:pt x="2921000" y="0"/>
                      </a:lnTo>
                      <a:lnTo>
                        <a:pt x="2921000" y="5549900"/>
                      </a:lnTo>
                      <a:lnTo>
                        <a:pt x="0" y="5549900"/>
                      </a:lnTo>
                      <a:lnTo>
                        <a:pt x="0" y="839232"/>
                      </a:lnTo>
                      <a:lnTo>
                        <a:pt x="127000" y="839232"/>
                      </a:lnTo>
                      <a:cubicBezTo>
                        <a:pt x="274294" y="839232"/>
                        <a:pt x="393700" y="719826"/>
                        <a:pt x="393700" y="572532"/>
                      </a:cubicBezTo>
                      <a:cubicBezTo>
                        <a:pt x="393700" y="425238"/>
                        <a:pt x="274294" y="305832"/>
                        <a:pt x="127000" y="305832"/>
                      </a:cubicBezTo>
                      <a:lnTo>
                        <a:pt x="0" y="30583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>
                  <a:outerShdw blurRad="393700" dist="520700" dir="10800000" sx="90000" sy="90000" algn="r" rotWithShape="0">
                    <a:schemeClr val="bg1">
                      <a:alpha val="49000"/>
                    </a:schemeClr>
                  </a:outerShdw>
                  <a:softEdge rad="0"/>
                </a:effectLst>
                <a:scene3d>
                  <a:camera prst="orthographicFront"/>
                  <a:lightRig rig="threePt" dir="t"/>
                </a:scene3d>
                <a:sp3d>
                  <a:bevelT prst="convex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AE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5598041-663B-8890-ABC2-5885CA54ED64}"/>
                    </a:ext>
                  </a:extLst>
                </p:cNvPr>
                <p:cNvSpPr txBox="1"/>
                <p:nvPr/>
              </p:nvSpPr>
              <p:spPr>
                <a:xfrm>
                  <a:off x="736600" y="1270000"/>
                  <a:ext cx="596900" cy="646331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1</a:t>
                  </a:r>
                  <a:endParaRPr lang="en-AE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endParaRPr>
                </a:p>
              </p:txBody>
            </p:sp>
          </p:grp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6BA662B-54FC-9C1B-1225-2AE711F25E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0224" y="2017076"/>
                <a:ext cx="2749901" cy="4507383"/>
              </a:xfrm>
              <a:prstGeom prst="rect">
                <a:avLst/>
              </a:prstGeom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D824AE-8B88-1D77-9DA5-DC6BEA3E1B97}"/>
                </a:ext>
              </a:extLst>
            </p:cNvPr>
            <p:cNvSpPr txBox="1"/>
            <p:nvPr/>
          </p:nvSpPr>
          <p:spPr>
            <a:xfrm>
              <a:off x="1574800" y="1300777"/>
              <a:ext cx="1384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Pilot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F6F3310-8088-429C-A2C9-511417902CA4}"/>
              </a:ext>
            </a:extLst>
          </p:cNvPr>
          <p:cNvGrpSpPr/>
          <p:nvPr/>
        </p:nvGrpSpPr>
        <p:grpSpPr>
          <a:xfrm>
            <a:off x="4381500" y="1065768"/>
            <a:ext cx="3016250" cy="5549900"/>
            <a:chOff x="4381500" y="1065768"/>
            <a:chExt cx="3016250" cy="55499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C2FF25D-5031-B981-2887-98AF463D9D36}"/>
                </a:ext>
              </a:extLst>
            </p:cNvPr>
            <p:cNvGrpSpPr/>
            <p:nvPr/>
          </p:nvGrpSpPr>
          <p:grpSpPr>
            <a:xfrm>
              <a:off x="4381500" y="1065768"/>
              <a:ext cx="3016250" cy="5549900"/>
              <a:chOff x="4381500" y="1065768"/>
              <a:chExt cx="3016250" cy="5549900"/>
            </a:xfrm>
            <a:effectLst>
              <a:outerShdw blurRad="50800" dist="50800" dir="5400000" algn="ctr" rotWithShape="0">
                <a:srgbClr val="7030A0"/>
              </a:outerShdw>
            </a:effectLst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F0A37A-2138-258B-3DD6-8394ACEF845E}"/>
                  </a:ext>
                </a:extLst>
              </p:cNvPr>
              <p:cNvSpPr txBox="1"/>
              <p:nvPr/>
            </p:nvSpPr>
            <p:spPr>
              <a:xfrm>
                <a:off x="53594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C1D3CC-7C28-62FF-7361-B16F41DDBC99}"/>
                  </a:ext>
                </a:extLst>
              </p:cNvPr>
              <p:cNvSpPr txBox="1"/>
              <p:nvPr/>
            </p:nvSpPr>
            <p:spPr>
              <a:xfrm>
                <a:off x="51054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974D2A6-84E1-847C-6339-8BA1B511E1CE}"/>
                  </a:ext>
                </a:extLst>
              </p:cNvPr>
              <p:cNvSpPr/>
              <p:nvPr/>
            </p:nvSpPr>
            <p:spPr>
              <a:xfrm>
                <a:off x="4476750" y="1065768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BB4859-A8EB-3C03-BAF1-3D10BC4E89D4}"/>
                  </a:ext>
                </a:extLst>
              </p:cNvPr>
              <p:cNvSpPr txBox="1"/>
              <p:nvPr/>
            </p:nvSpPr>
            <p:spPr>
              <a:xfrm>
                <a:off x="4381500" y="1270000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DB904A9-E483-C7D1-91B4-FCADD8158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9275" y="2026613"/>
              <a:ext cx="2908475" cy="4497847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0579AC-E719-87A2-4CB5-88D97F9E4958}"/>
                </a:ext>
              </a:extLst>
            </p:cNvPr>
            <p:cNvSpPr txBox="1"/>
            <p:nvPr/>
          </p:nvSpPr>
          <p:spPr>
            <a:xfrm>
              <a:off x="5124450" y="1257746"/>
              <a:ext cx="1676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Aircraft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4D5A97-58D3-746B-3EE5-88A570BE823A}"/>
              </a:ext>
            </a:extLst>
          </p:cNvPr>
          <p:cNvGrpSpPr/>
          <p:nvPr/>
        </p:nvGrpSpPr>
        <p:grpSpPr>
          <a:xfrm>
            <a:off x="8121650" y="1065768"/>
            <a:ext cx="3016250" cy="5549900"/>
            <a:chOff x="8121650" y="1065768"/>
            <a:chExt cx="3016250" cy="55499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30D2534-4293-696B-DB96-218897A468BF}"/>
                </a:ext>
              </a:extLst>
            </p:cNvPr>
            <p:cNvGrpSpPr/>
            <p:nvPr/>
          </p:nvGrpSpPr>
          <p:grpSpPr>
            <a:xfrm>
              <a:off x="8121650" y="1065768"/>
              <a:ext cx="3016250" cy="5549900"/>
              <a:chOff x="8121650" y="1065768"/>
              <a:chExt cx="3016250" cy="554990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83EA11-5F98-02E5-C05B-82546574EE6B}"/>
                  </a:ext>
                </a:extLst>
              </p:cNvPr>
              <p:cNvSpPr txBox="1"/>
              <p:nvPr/>
            </p:nvSpPr>
            <p:spPr>
              <a:xfrm>
                <a:off x="9899515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C7DD23-74CB-B94D-7D8F-CD85FA47EA81}"/>
                  </a:ext>
                </a:extLst>
              </p:cNvPr>
              <p:cNvSpPr txBox="1"/>
              <p:nvPr/>
            </p:nvSpPr>
            <p:spPr>
              <a:xfrm>
                <a:off x="884555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334A6-DB70-5F05-D6C6-0523545FC61D}"/>
                  </a:ext>
                </a:extLst>
              </p:cNvPr>
              <p:cNvSpPr/>
              <p:nvPr/>
            </p:nvSpPr>
            <p:spPr>
              <a:xfrm>
                <a:off x="8216900" y="1065768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466F86-1A2A-767F-9F90-A08567D33939}"/>
                  </a:ext>
                </a:extLst>
              </p:cNvPr>
              <p:cNvSpPr txBox="1"/>
              <p:nvPr/>
            </p:nvSpPr>
            <p:spPr>
              <a:xfrm>
                <a:off x="8121650" y="1270000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5A6FB57-DD7B-B8DC-E230-97AE70087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53855" y="2017076"/>
              <a:ext cx="2847090" cy="449784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380B25-A870-3049-A8A6-EEC696B9CE79}"/>
                </a:ext>
              </a:extLst>
            </p:cNvPr>
            <p:cNvSpPr txBox="1"/>
            <p:nvPr/>
          </p:nvSpPr>
          <p:spPr>
            <a:xfrm>
              <a:off x="8985250" y="1249034"/>
              <a:ext cx="1384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153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CFEF9-738D-4666-CF45-20A4655B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A694A6-461B-3BCE-DAD4-46B69F84AB46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5737D-3B2E-8738-8C09-09B1F4C4DAC0}"/>
              </a:ext>
            </a:extLst>
          </p:cNvPr>
          <p:cNvSpPr txBox="1"/>
          <p:nvPr/>
        </p:nvSpPr>
        <p:spPr>
          <a:xfrm>
            <a:off x="2292350" y="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F889CB-1CAF-7609-7106-89C8E16CD833}"/>
              </a:ext>
            </a:extLst>
          </p:cNvPr>
          <p:cNvGrpSpPr/>
          <p:nvPr/>
        </p:nvGrpSpPr>
        <p:grpSpPr>
          <a:xfrm>
            <a:off x="8400713" y="1011057"/>
            <a:ext cx="3016250" cy="5549900"/>
            <a:chOff x="8400713" y="1011057"/>
            <a:chExt cx="3016250" cy="5549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5589F1-F944-A094-FC20-AC4D7F40BE45}"/>
                </a:ext>
              </a:extLst>
            </p:cNvPr>
            <p:cNvSpPr txBox="1"/>
            <p:nvPr/>
          </p:nvSpPr>
          <p:spPr>
            <a:xfrm>
              <a:off x="9899515" y="5422900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Table 6</a:t>
              </a:r>
              <a:endParaRPr lang="en-AE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7FA053-F7D6-BE53-FB67-B2598A3CF992}"/>
                </a:ext>
              </a:extLst>
            </p:cNvPr>
            <p:cNvSpPr txBox="1"/>
            <p:nvPr/>
          </p:nvSpPr>
          <p:spPr>
            <a:xfrm>
              <a:off x="9124613" y="5368189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Table 1</a:t>
              </a:r>
              <a:endParaRPr lang="en-AE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B06D1D-855E-C2ED-C224-F667B3615A5E}"/>
                </a:ext>
              </a:extLst>
            </p:cNvPr>
            <p:cNvSpPr/>
            <p:nvPr/>
          </p:nvSpPr>
          <p:spPr>
            <a:xfrm>
              <a:off x="8495963" y="1011057"/>
              <a:ext cx="2921000" cy="5549900"/>
            </a:xfrm>
            <a:custGeom>
              <a:avLst/>
              <a:gdLst>
                <a:gd name="connsiteX0" fmla="*/ 0 w 2921000"/>
                <a:gd name="connsiteY0" fmla="*/ 0 h 5549900"/>
                <a:gd name="connsiteX1" fmla="*/ 2921000 w 2921000"/>
                <a:gd name="connsiteY1" fmla="*/ 0 h 5549900"/>
                <a:gd name="connsiteX2" fmla="*/ 2921000 w 2921000"/>
                <a:gd name="connsiteY2" fmla="*/ 5549900 h 5549900"/>
                <a:gd name="connsiteX3" fmla="*/ 0 w 2921000"/>
                <a:gd name="connsiteY3" fmla="*/ 5549900 h 5549900"/>
                <a:gd name="connsiteX4" fmla="*/ 0 w 2921000"/>
                <a:gd name="connsiteY4" fmla="*/ 839232 h 5549900"/>
                <a:gd name="connsiteX5" fmla="*/ 127000 w 2921000"/>
                <a:gd name="connsiteY5" fmla="*/ 839232 h 5549900"/>
                <a:gd name="connsiteX6" fmla="*/ 393700 w 2921000"/>
                <a:gd name="connsiteY6" fmla="*/ 572532 h 5549900"/>
                <a:gd name="connsiteX7" fmla="*/ 127000 w 2921000"/>
                <a:gd name="connsiteY7" fmla="*/ 305832 h 5549900"/>
                <a:gd name="connsiteX8" fmla="*/ 0 w 2921000"/>
                <a:gd name="connsiteY8" fmla="*/ 305832 h 554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1000" h="5549900">
                  <a:moveTo>
                    <a:pt x="0" y="0"/>
                  </a:moveTo>
                  <a:lnTo>
                    <a:pt x="2921000" y="0"/>
                  </a:lnTo>
                  <a:lnTo>
                    <a:pt x="2921000" y="5549900"/>
                  </a:lnTo>
                  <a:lnTo>
                    <a:pt x="0" y="5549900"/>
                  </a:lnTo>
                  <a:lnTo>
                    <a:pt x="0" y="839232"/>
                  </a:lnTo>
                  <a:lnTo>
                    <a:pt x="127000" y="839232"/>
                  </a:lnTo>
                  <a:cubicBezTo>
                    <a:pt x="274294" y="839232"/>
                    <a:pt x="393700" y="719826"/>
                    <a:pt x="393700" y="572532"/>
                  </a:cubicBezTo>
                  <a:cubicBezTo>
                    <a:pt x="393700" y="425238"/>
                    <a:pt x="274294" y="305832"/>
                    <a:pt x="127000" y="305832"/>
                  </a:cubicBezTo>
                  <a:lnTo>
                    <a:pt x="0" y="30583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393700" dist="520700" dir="10800000" sx="90000" sy="90000" algn="r" rotWithShape="0">
                <a:schemeClr val="bg1">
                  <a:alpha val="49000"/>
                </a:scheme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AE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9ABC52-B7AE-9097-879C-04B8CA09F993}"/>
                </a:ext>
              </a:extLst>
            </p:cNvPr>
            <p:cNvSpPr txBox="1"/>
            <p:nvPr/>
          </p:nvSpPr>
          <p:spPr>
            <a:xfrm>
              <a:off x="8400713" y="1215289"/>
              <a:ext cx="596900" cy="64633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6</a:t>
              </a:r>
              <a:endParaRPr lang="en-AE" sz="36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5984F9-E076-10D9-FBB2-0FB64124D800}"/>
              </a:ext>
            </a:extLst>
          </p:cNvPr>
          <p:cNvGrpSpPr/>
          <p:nvPr/>
        </p:nvGrpSpPr>
        <p:grpSpPr>
          <a:xfrm>
            <a:off x="736600" y="1065768"/>
            <a:ext cx="3073198" cy="5549900"/>
            <a:chOff x="736600" y="1065768"/>
            <a:chExt cx="3073198" cy="55499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1B465B8-A7CA-17E7-E3D5-E93F311721D8}"/>
                </a:ext>
              </a:extLst>
            </p:cNvPr>
            <p:cNvGrpSpPr/>
            <p:nvPr/>
          </p:nvGrpSpPr>
          <p:grpSpPr>
            <a:xfrm>
              <a:off x="736600" y="1065768"/>
              <a:ext cx="3016250" cy="5549900"/>
              <a:chOff x="736600" y="1065768"/>
              <a:chExt cx="3016250" cy="55499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EB7058-6F80-D29F-9EF6-0FFCEBCC6B84}"/>
                  </a:ext>
                </a:extLst>
              </p:cNvPr>
              <p:cNvSpPr txBox="1"/>
              <p:nvPr/>
            </p:nvSpPr>
            <p:spPr>
              <a:xfrm>
                <a:off x="14605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4</a:t>
                </a:r>
                <a:endParaRPr lang="en-AE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7C8502-A015-5DAE-12F8-1699F04729F3}"/>
                  </a:ext>
                </a:extLst>
              </p:cNvPr>
              <p:cNvSpPr txBox="1"/>
              <p:nvPr/>
            </p:nvSpPr>
            <p:spPr>
              <a:xfrm>
                <a:off x="14605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7D3C4399-FA3E-41D6-7D2E-1FC6824DAE4F}"/>
                  </a:ext>
                </a:extLst>
              </p:cNvPr>
              <p:cNvSpPr/>
              <p:nvPr/>
            </p:nvSpPr>
            <p:spPr>
              <a:xfrm>
                <a:off x="831850" y="1065768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240646-5659-D748-FA0F-884BAC07EE83}"/>
                  </a:ext>
                </a:extLst>
              </p:cNvPr>
              <p:cNvSpPr txBox="1"/>
              <p:nvPr/>
            </p:nvSpPr>
            <p:spPr>
              <a:xfrm>
                <a:off x="736600" y="1270000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4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BF7E5BD-06F5-D40B-210E-0F7DBEB85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784" y="2092242"/>
              <a:ext cx="2856272" cy="442530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F9CF8E3-601A-ED20-A8EB-4AC4F90DFF29}"/>
                </a:ext>
              </a:extLst>
            </p:cNvPr>
            <p:cNvSpPr txBox="1"/>
            <p:nvPr/>
          </p:nvSpPr>
          <p:spPr>
            <a:xfrm>
              <a:off x="1079298" y="1399056"/>
              <a:ext cx="2730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Pilot_Schedule</a:t>
              </a:r>
              <a:endParaRPr lang="en-AE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A73C12-222A-9660-3DE3-3DCA7892AD61}"/>
              </a:ext>
            </a:extLst>
          </p:cNvPr>
          <p:cNvGrpSpPr/>
          <p:nvPr/>
        </p:nvGrpSpPr>
        <p:grpSpPr>
          <a:xfrm>
            <a:off x="4616585" y="1011057"/>
            <a:ext cx="3016250" cy="5549900"/>
            <a:chOff x="4616585" y="1011057"/>
            <a:chExt cx="3016250" cy="55499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1C1D68-F3A6-B1BF-16DB-28FC424719BD}"/>
                </a:ext>
              </a:extLst>
            </p:cNvPr>
            <p:cNvGrpSpPr/>
            <p:nvPr/>
          </p:nvGrpSpPr>
          <p:grpSpPr>
            <a:xfrm>
              <a:off x="4616585" y="1011057"/>
              <a:ext cx="3016250" cy="5549900"/>
              <a:chOff x="4616585" y="1011057"/>
              <a:chExt cx="3016250" cy="554990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964EFC-A97F-60CD-DB61-501142BA377B}"/>
                  </a:ext>
                </a:extLst>
              </p:cNvPr>
              <p:cNvSpPr txBox="1"/>
              <p:nvPr/>
            </p:nvSpPr>
            <p:spPr>
              <a:xfrm>
                <a:off x="53594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5</a:t>
                </a:r>
                <a:endParaRPr lang="en-AE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314189-68C0-92A9-E068-D5A2370B3715}"/>
                  </a:ext>
                </a:extLst>
              </p:cNvPr>
              <p:cNvSpPr txBox="1"/>
              <p:nvPr/>
            </p:nvSpPr>
            <p:spPr>
              <a:xfrm>
                <a:off x="5340485" y="5368189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AAD6BBD-7DC2-EFD3-8E4D-3DA916F4FA7D}"/>
                  </a:ext>
                </a:extLst>
              </p:cNvPr>
              <p:cNvSpPr/>
              <p:nvPr/>
            </p:nvSpPr>
            <p:spPr>
              <a:xfrm>
                <a:off x="4711835" y="1011057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DE6EC8-425B-2BA6-1613-D96096CBA473}"/>
                  </a:ext>
                </a:extLst>
              </p:cNvPr>
              <p:cNvSpPr txBox="1"/>
              <p:nvPr/>
            </p:nvSpPr>
            <p:spPr>
              <a:xfrm>
                <a:off x="4616585" y="1215289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5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6268464-EE94-F3B5-2114-EC695E917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5402" y="2026721"/>
              <a:ext cx="2793865" cy="447418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77884B-446A-E4A1-51D6-6D38D7696574}"/>
                </a:ext>
              </a:extLst>
            </p:cNvPr>
            <p:cNvSpPr txBox="1"/>
            <p:nvPr/>
          </p:nvSpPr>
          <p:spPr>
            <a:xfrm>
              <a:off x="5165591" y="1235325"/>
              <a:ext cx="21273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Passenger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724FA54-356C-D8DC-CA51-EF40C8C36E02}"/>
              </a:ext>
            </a:extLst>
          </p:cNvPr>
          <p:cNvGrpSpPr/>
          <p:nvPr/>
        </p:nvGrpSpPr>
        <p:grpSpPr>
          <a:xfrm>
            <a:off x="8559741" y="1235325"/>
            <a:ext cx="2783475" cy="5286438"/>
            <a:chOff x="8559741" y="1235325"/>
            <a:chExt cx="2783475" cy="528643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6206E10-272A-BD43-F754-C7FB4D26A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9741" y="2026720"/>
              <a:ext cx="2783475" cy="449504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B5A88AE-34BA-600D-6F1E-8B82DFE5C842}"/>
                </a:ext>
              </a:extLst>
            </p:cNvPr>
            <p:cNvSpPr txBox="1"/>
            <p:nvPr/>
          </p:nvSpPr>
          <p:spPr>
            <a:xfrm>
              <a:off x="9264347" y="1235325"/>
              <a:ext cx="17525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Booking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23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4269F-3E4A-2677-FBEA-EA3C61DD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A45F48-31B5-CC37-A62F-AF4E5A528870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E53E4-D595-8AC5-1F82-00087F2BC30B}"/>
              </a:ext>
            </a:extLst>
          </p:cNvPr>
          <p:cNvSpPr txBox="1"/>
          <p:nvPr/>
        </p:nvSpPr>
        <p:spPr>
          <a:xfrm>
            <a:off x="2292350" y="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07B4E0-D693-33D6-E944-5268292434C4}"/>
              </a:ext>
            </a:extLst>
          </p:cNvPr>
          <p:cNvGrpSpPr/>
          <p:nvPr/>
        </p:nvGrpSpPr>
        <p:grpSpPr>
          <a:xfrm>
            <a:off x="8400713" y="1011057"/>
            <a:ext cx="3016250" cy="5549900"/>
            <a:chOff x="8400713" y="1011057"/>
            <a:chExt cx="3016250" cy="55499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AEC32C5-A3D9-2A9D-B2D4-8E9D1EFA35DD}"/>
                </a:ext>
              </a:extLst>
            </p:cNvPr>
            <p:cNvGrpSpPr/>
            <p:nvPr/>
          </p:nvGrpSpPr>
          <p:grpSpPr>
            <a:xfrm>
              <a:off x="8400713" y="1011057"/>
              <a:ext cx="3016250" cy="5549900"/>
              <a:chOff x="8400713" y="1011057"/>
              <a:chExt cx="3016250" cy="554990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A19A6-BEB7-21D3-36DF-AFD66E4CF9F1}"/>
                  </a:ext>
                </a:extLst>
              </p:cNvPr>
              <p:cNvSpPr txBox="1"/>
              <p:nvPr/>
            </p:nvSpPr>
            <p:spPr>
              <a:xfrm>
                <a:off x="9899515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6</a:t>
                </a:r>
                <a:endParaRPr lang="en-AE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40D9F5-2FD9-F00E-D3E4-61577879C0DE}"/>
                  </a:ext>
                </a:extLst>
              </p:cNvPr>
              <p:cNvSpPr txBox="1"/>
              <p:nvPr/>
            </p:nvSpPr>
            <p:spPr>
              <a:xfrm>
                <a:off x="9124613" y="5368189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9CD2085-C971-3F9A-1304-8CF50A109417}"/>
                  </a:ext>
                </a:extLst>
              </p:cNvPr>
              <p:cNvSpPr/>
              <p:nvPr/>
            </p:nvSpPr>
            <p:spPr>
              <a:xfrm>
                <a:off x="8495963" y="1011057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CB94C8-C933-A971-A0F2-ECE779F23F8B}"/>
                  </a:ext>
                </a:extLst>
              </p:cNvPr>
              <p:cNvSpPr txBox="1"/>
              <p:nvPr/>
            </p:nvSpPr>
            <p:spPr>
              <a:xfrm>
                <a:off x="8400713" y="1215289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9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0B5A2E5-CF57-84E7-67F0-3B715F2D7D60}"/>
                </a:ext>
              </a:extLst>
            </p:cNvPr>
            <p:cNvSpPr txBox="1"/>
            <p:nvPr/>
          </p:nvSpPr>
          <p:spPr>
            <a:xfrm>
              <a:off x="9264347" y="1235325"/>
              <a:ext cx="17525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Ticket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B9BD7F7-727B-BCDF-1B58-6DED469A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8730" y="2026720"/>
              <a:ext cx="2895465" cy="4493229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57B433-1EFF-44E3-B4F6-E668324EF3C9}"/>
              </a:ext>
            </a:extLst>
          </p:cNvPr>
          <p:cNvGrpSpPr/>
          <p:nvPr/>
        </p:nvGrpSpPr>
        <p:grpSpPr>
          <a:xfrm>
            <a:off x="4616585" y="1011057"/>
            <a:ext cx="3016250" cy="5549900"/>
            <a:chOff x="4616585" y="1011057"/>
            <a:chExt cx="3016250" cy="55499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49C54AE-535B-EDD5-B98D-05A5015E75F9}"/>
                </a:ext>
              </a:extLst>
            </p:cNvPr>
            <p:cNvGrpSpPr/>
            <p:nvPr/>
          </p:nvGrpSpPr>
          <p:grpSpPr>
            <a:xfrm>
              <a:off x="4616585" y="1011057"/>
              <a:ext cx="3016250" cy="5549900"/>
              <a:chOff x="4616585" y="1011057"/>
              <a:chExt cx="3016250" cy="554990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0118D9-0094-246B-71FE-B442E35386FF}"/>
                  </a:ext>
                </a:extLst>
              </p:cNvPr>
              <p:cNvSpPr txBox="1"/>
              <p:nvPr/>
            </p:nvSpPr>
            <p:spPr>
              <a:xfrm>
                <a:off x="53594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5</a:t>
                </a:r>
                <a:endParaRPr lang="en-AE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135077-7EE0-653E-68D6-701E9EE28A47}"/>
                  </a:ext>
                </a:extLst>
              </p:cNvPr>
              <p:cNvSpPr txBox="1"/>
              <p:nvPr/>
            </p:nvSpPr>
            <p:spPr>
              <a:xfrm>
                <a:off x="5340485" y="5368189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EEF8BA4-E055-962C-9593-C99F74D743D6}"/>
                  </a:ext>
                </a:extLst>
              </p:cNvPr>
              <p:cNvSpPr/>
              <p:nvPr/>
            </p:nvSpPr>
            <p:spPr>
              <a:xfrm>
                <a:off x="4711835" y="1011057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385203-3401-2E18-A2F1-9DC9DDC7FFEC}"/>
                  </a:ext>
                </a:extLst>
              </p:cNvPr>
              <p:cNvSpPr txBox="1"/>
              <p:nvPr/>
            </p:nvSpPr>
            <p:spPr>
              <a:xfrm>
                <a:off x="4616585" y="1215289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8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827523A-5D7F-5F65-E42E-4F745819C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1835" y="2092241"/>
              <a:ext cx="2921000" cy="442770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05BAFB-0227-2BF6-DE5F-CB46EFD2A55F}"/>
                </a:ext>
              </a:extLst>
            </p:cNvPr>
            <p:cNvSpPr txBox="1"/>
            <p:nvPr/>
          </p:nvSpPr>
          <p:spPr>
            <a:xfrm>
              <a:off x="5340351" y="1221234"/>
              <a:ext cx="17525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B7E3DF-B6D8-0602-D598-6E7F9B7C536A}"/>
              </a:ext>
            </a:extLst>
          </p:cNvPr>
          <p:cNvGrpSpPr/>
          <p:nvPr/>
        </p:nvGrpSpPr>
        <p:grpSpPr>
          <a:xfrm>
            <a:off x="736600" y="1065768"/>
            <a:ext cx="3016250" cy="5549900"/>
            <a:chOff x="736600" y="1065768"/>
            <a:chExt cx="3016250" cy="55499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3BBD9BB-2334-D3D9-242F-0B31A8CA36C7}"/>
                </a:ext>
              </a:extLst>
            </p:cNvPr>
            <p:cNvGrpSpPr/>
            <p:nvPr/>
          </p:nvGrpSpPr>
          <p:grpSpPr>
            <a:xfrm>
              <a:off x="736600" y="1065768"/>
              <a:ext cx="3016250" cy="5549900"/>
              <a:chOff x="736600" y="1065768"/>
              <a:chExt cx="3016250" cy="55499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80D843-B83E-176B-C95C-006DA5368E13}"/>
                  </a:ext>
                </a:extLst>
              </p:cNvPr>
              <p:cNvSpPr txBox="1"/>
              <p:nvPr/>
            </p:nvSpPr>
            <p:spPr>
              <a:xfrm>
                <a:off x="14605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4</a:t>
                </a:r>
                <a:endParaRPr lang="en-AE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40C1D9-5A7C-B374-6CC9-0411B6F055C0}"/>
                  </a:ext>
                </a:extLst>
              </p:cNvPr>
              <p:cNvSpPr txBox="1"/>
              <p:nvPr/>
            </p:nvSpPr>
            <p:spPr>
              <a:xfrm>
                <a:off x="14605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800DE02-6659-1068-C087-49CB239C8068}"/>
                  </a:ext>
                </a:extLst>
              </p:cNvPr>
              <p:cNvSpPr/>
              <p:nvPr/>
            </p:nvSpPr>
            <p:spPr>
              <a:xfrm>
                <a:off x="831850" y="1065768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58F54E-1617-1743-1B59-23D5E9283AFB}"/>
                  </a:ext>
                </a:extLst>
              </p:cNvPr>
              <p:cNvSpPr txBox="1"/>
              <p:nvPr/>
            </p:nvSpPr>
            <p:spPr>
              <a:xfrm>
                <a:off x="736600" y="1270000"/>
                <a:ext cx="5969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7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C8C4FD6-0840-7F17-BBC4-0510CA2C6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1766" y="2092241"/>
              <a:ext cx="2821168" cy="446871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C22EE1-CC14-709B-43C3-77F991DD3C79}"/>
                </a:ext>
              </a:extLst>
            </p:cNvPr>
            <p:cNvSpPr txBox="1"/>
            <p:nvPr/>
          </p:nvSpPr>
          <p:spPr>
            <a:xfrm>
              <a:off x="1394028" y="1286617"/>
              <a:ext cx="17525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763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4C8E8-608F-F6AF-3E8A-E10312F9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A5685-42B6-CC56-FD8C-40DBDC2F94E8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4CFFF-F40C-EE48-9F43-38304CC09401}"/>
              </a:ext>
            </a:extLst>
          </p:cNvPr>
          <p:cNvSpPr txBox="1"/>
          <p:nvPr/>
        </p:nvSpPr>
        <p:spPr>
          <a:xfrm>
            <a:off x="2292350" y="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C3FC25-2A86-497E-18DF-2765363AD233}"/>
              </a:ext>
            </a:extLst>
          </p:cNvPr>
          <p:cNvGrpSpPr/>
          <p:nvPr/>
        </p:nvGrpSpPr>
        <p:grpSpPr>
          <a:xfrm>
            <a:off x="1719500" y="1026474"/>
            <a:ext cx="3276600" cy="5549900"/>
            <a:chOff x="1719500" y="1026474"/>
            <a:chExt cx="3276600" cy="55499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5214FA7-D876-ABD8-805B-406D64B9D5F1}"/>
                </a:ext>
              </a:extLst>
            </p:cNvPr>
            <p:cNvGrpSpPr/>
            <p:nvPr/>
          </p:nvGrpSpPr>
          <p:grpSpPr>
            <a:xfrm>
              <a:off x="1719500" y="1026474"/>
              <a:ext cx="3276600" cy="5549900"/>
              <a:chOff x="476250" y="1065768"/>
              <a:chExt cx="3276600" cy="55499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B9454A-19EA-5D0A-9A6F-CDD68313E02B}"/>
                  </a:ext>
                </a:extLst>
              </p:cNvPr>
              <p:cNvSpPr txBox="1"/>
              <p:nvPr/>
            </p:nvSpPr>
            <p:spPr>
              <a:xfrm>
                <a:off x="14605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4</a:t>
                </a:r>
                <a:endParaRPr lang="en-AE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C5AFA8-7F9A-8199-9582-49E73A7CED9C}"/>
                  </a:ext>
                </a:extLst>
              </p:cNvPr>
              <p:cNvSpPr txBox="1"/>
              <p:nvPr/>
            </p:nvSpPr>
            <p:spPr>
              <a:xfrm>
                <a:off x="14605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25A13F0-C5E8-E5EC-8BC6-F04C80BB2384}"/>
                  </a:ext>
                </a:extLst>
              </p:cNvPr>
              <p:cNvSpPr/>
              <p:nvPr/>
            </p:nvSpPr>
            <p:spPr>
              <a:xfrm>
                <a:off x="831850" y="1065768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C73D93-8E42-BE1E-264A-538F7144F4C4}"/>
                  </a:ext>
                </a:extLst>
              </p:cNvPr>
              <p:cNvSpPr txBox="1"/>
              <p:nvPr/>
            </p:nvSpPr>
            <p:spPr>
              <a:xfrm>
                <a:off x="476250" y="1308100"/>
                <a:ext cx="711200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10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7B7051A-9E26-6DFE-05F8-4F89E2EE1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1919" y="2052948"/>
              <a:ext cx="2767362" cy="452342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1CFD82-352C-D7E5-1BFB-9E6E4CF2BAFD}"/>
                </a:ext>
              </a:extLst>
            </p:cNvPr>
            <p:cNvSpPr txBox="1"/>
            <p:nvPr/>
          </p:nvSpPr>
          <p:spPr>
            <a:xfrm>
              <a:off x="2703750" y="1197358"/>
              <a:ext cx="17525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Luggage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9C0C9C-F73A-ECB1-E4B0-41159D8864E3}"/>
              </a:ext>
            </a:extLst>
          </p:cNvPr>
          <p:cNvGrpSpPr/>
          <p:nvPr/>
        </p:nvGrpSpPr>
        <p:grpSpPr>
          <a:xfrm>
            <a:off x="6851954" y="1026474"/>
            <a:ext cx="3264946" cy="5549901"/>
            <a:chOff x="6851954" y="1026474"/>
            <a:chExt cx="3264946" cy="554990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7289FAA-68A8-EFDD-0881-5EE7698BD626}"/>
                </a:ext>
              </a:extLst>
            </p:cNvPr>
            <p:cNvGrpSpPr/>
            <p:nvPr/>
          </p:nvGrpSpPr>
          <p:grpSpPr>
            <a:xfrm>
              <a:off x="6851954" y="1026474"/>
              <a:ext cx="3264946" cy="5549900"/>
              <a:chOff x="4367889" y="1011057"/>
              <a:chExt cx="3264946" cy="554990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42589E-E218-5130-4D9E-F02F0B36CC3B}"/>
                  </a:ext>
                </a:extLst>
              </p:cNvPr>
              <p:cNvSpPr txBox="1"/>
              <p:nvPr/>
            </p:nvSpPr>
            <p:spPr>
              <a:xfrm>
                <a:off x="5359400" y="5422900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5</a:t>
                </a:r>
                <a:endParaRPr lang="en-AE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B24B0-54C9-31B1-8743-71A328A922DB}"/>
                  </a:ext>
                </a:extLst>
              </p:cNvPr>
              <p:cNvSpPr txBox="1"/>
              <p:nvPr/>
            </p:nvSpPr>
            <p:spPr>
              <a:xfrm>
                <a:off x="5340485" y="5368189"/>
                <a:ext cx="101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Table 1</a:t>
                </a:r>
                <a:endParaRPr lang="en-AE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D85849F-8942-F834-04EA-48CC94AE7B7D}"/>
                  </a:ext>
                </a:extLst>
              </p:cNvPr>
              <p:cNvSpPr/>
              <p:nvPr/>
            </p:nvSpPr>
            <p:spPr>
              <a:xfrm>
                <a:off x="4711835" y="1011057"/>
                <a:ext cx="2921000" cy="5549900"/>
              </a:xfrm>
              <a:custGeom>
                <a:avLst/>
                <a:gdLst>
                  <a:gd name="connsiteX0" fmla="*/ 0 w 2921000"/>
                  <a:gd name="connsiteY0" fmla="*/ 0 h 5549900"/>
                  <a:gd name="connsiteX1" fmla="*/ 2921000 w 2921000"/>
                  <a:gd name="connsiteY1" fmla="*/ 0 h 5549900"/>
                  <a:gd name="connsiteX2" fmla="*/ 2921000 w 2921000"/>
                  <a:gd name="connsiteY2" fmla="*/ 5549900 h 5549900"/>
                  <a:gd name="connsiteX3" fmla="*/ 0 w 2921000"/>
                  <a:gd name="connsiteY3" fmla="*/ 5549900 h 5549900"/>
                  <a:gd name="connsiteX4" fmla="*/ 0 w 2921000"/>
                  <a:gd name="connsiteY4" fmla="*/ 839232 h 5549900"/>
                  <a:gd name="connsiteX5" fmla="*/ 127000 w 2921000"/>
                  <a:gd name="connsiteY5" fmla="*/ 839232 h 5549900"/>
                  <a:gd name="connsiteX6" fmla="*/ 393700 w 2921000"/>
                  <a:gd name="connsiteY6" fmla="*/ 572532 h 5549900"/>
                  <a:gd name="connsiteX7" fmla="*/ 127000 w 2921000"/>
                  <a:gd name="connsiteY7" fmla="*/ 305832 h 5549900"/>
                  <a:gd name="connsiteX8" fmla="*/ 0 w 2921000"/>
                  <a:gd name="connsiteY8" fmla="*/ 305832 h 554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21000" h="5549900">
                    <a:moveTo>
                      <a:pt x="0" y="0"/>
                    </a:moveTo>
                    <a:lnTo>
                      <a:pt x="2921000" y="0"/>
                    </a:lnTo>
                    <a:lnTo>
                      <a:pt x="2921000" y="5549900"/>
                    </a:lnTo>
                    <a:lnTo>
                      <a:pt x="0" y="5549900"/>
                    </a:lnTo>
                    <a:lnTo>
                      <a:pt x="0" y="839232"/>
                    </a:lnTo>
                    <a:lnTo>
                      <a:pt x="127000" y="839232"/>
                    </a:lnTo>
                    <a:cubicBezTo>
                      <a:pt x="274294" y="839232"/>
                      <a:pt x="393700" y="719826"/>
                      <a:pt x="393700" y="572532"/>
                    </a:cubicBezTo>
                    <a:cubicBezTo>
                      <a:pt x="393700" y="425238"/>
                      <a:pt x="274294" y="305832"/>
                      <a:pt x="127000" y="305832"/>
                    </a:cubicBezTo>
                    <a:lnTo>
                      <a:pt x="0" y="30583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93700" dist="520700" dir="10800000" sx="90000" sy="90000" algn="r" rotWithShape="0">
                  <a:schemeClr val="bg1">
                    <a:alpha val="49000"/>
                  </a:schemeClr>
                </a:outerShdw>
                <a:softEdge rad="0"/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AE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3DCD9A-3F71-D0B4-067D-04EC02D49A5D}"/>
                  </a:ext>
                </a:extLst>
              </p:cNvPr>
              <p:cNvSpPr txBox="1"/>
              <p:nvPr/>
            </p:nvSpPr>
            <p:spPr>
              <a:xfrm>
                <a:off x="4367889" y="1215289"/>
                <a:ext cx="692757" cy="64633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11</a:t>
                </a:r>
                <a:endParaRPr lang="en-AE" sz="360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557335A-4055-1C61-4862-E0F2B1E81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2719" y="2092081"/>
              <a:ext cx="2767362" cy="448429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FB7ECC-4EED-3A04-50CA-AD5C75F2E66E}"/>
                </a:ext>
              </a:extLst>
            </p:cNvPr>
            <p:cNvSpPr txBox="1"/>
            <p:nvPr/>
          </p:nvSpPr>
          <p:spPr>
            <a:xfrm>
              <a:off x="7824550" y="1236491"/>
              <a:ext cx="17525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Airport</a:t>
              </a:r>
              <a:endParaRPr lang="en-AE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623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4C8AB-D983-EA39-99ED-E0021689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A36E62-79A6-95B8-236D-6D78AA4ED261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B87A0-32EB-3BEA-5B46-59FA651DD376}"/>
              </a:ext>
            </a:extLst>
          </p:cNvPr>
          <p:cNvSpPr txBox="1"/>
          <p:nvPr/>
        </p:nvSpPr>
        <p:spPr>
          <a:xfrm>
            <a:off x="2292485" y="622570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9DFB8-6F0B-BCBF-561D-5178F693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01" y="1638233"/>
            <a:ext cx="3259499" cy="4876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B9E811-B36F-05BC-DEB0-195A64F4E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64" y="1663598"/>
            <a:ext cx="3146436" cy="4876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A504AD-989E-4DB7-3045-4D71525F4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600" y="1612797"/>
            <a:ext cx="3259499" cy="487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51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84459-4659-C19E-02A0-EF5F3A7E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A1498C-3ADD-8B63-AEF6-546DF6CB3019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37C18-2D8E-628A-10D3-0F7F2AEF5C4F}"/>
              </a:ext>
            </a:extLst>
          </p:cNvPr>
          <p:cNvSpPr txBox="1"/>
          <p:nvPr/>
        </p:nvSpPr>
        <p:spPr>
          <a:xfrm>
            <a:off x="2428283" y="220871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4E266-840C-67C3-1384-5A30293B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00" y="1531016"/>
            <a:ext cx="3361900" cy="5106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1FE2B0-4E36-23C8-74EF-AE053EACB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15" y="1531015"/>
            <a:ext cx="3181540" cy="5106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8FE27-0296-0DED-0198-E99EE3D21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363" y="1531014"/>
            <a:ext cx="3361900" cy="510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3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325BF-B4A1-13C2-C129-F669F5BA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FFC42D-8F48-4E95-1DF0-E722302DEABF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4EE3B-0A4C-5991-F096-8CE8D6FE59D4}"/>
              </a:ext>
            </a:extLst>
          </p:cNvPr>
          <p:cNvSpPr txBox="1"/>
          <p:nvPr/>
        </p:nvSpPr>
        <p:spPr>
          <a:xfrm>
            <a:off x="2438475" y="399658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120413-1471-DEE4-229B-002D25BDC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0" y="1780914"/>
            <a:ext cx="3602427" cy="4677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05A361-016C-E51C-126F-B64EE454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77" y="1780914"/>
            <a:ext cx="3602427" cy="4677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682E2-EDE2-E61B-F3E9-3B51B27D9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574" y="1780914"/>
            <a:ext cx="3310446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82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02A66-B917-FA0C-3B16-1E5FDF30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36FEC1-3840-4B0A-C230-FB7521E6D1DF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A6EDD-1595-B176-1DAF-26CE0B20C77F}"/>
              </a:ext>
            </a:extLst>
          </p:cNvPr>
          <p:cNvSpPr txBox="1"/>
          <p:nvPr/>
        </p:nvSpPr>
        <p:spPr>
          <a:xfrm>
            <a:off x="-2372510" y="191513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ERD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C14DBC-B872-E9CC-E5D5-6BD940D14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00" y="419032"/>
            <a:ext cx="13817600" cy="654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353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43097-B0D8-9B44-5781-B09680B1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0C8418-6241-8164-6DD3-090F3B8B64D5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CA61E-8BB2-1C03-2279-66F708CC9CC1}"/>
              </a:ext>
            </a:extLst>
          </p:cNvPr>
          <p:cNvSpPr txBox="1"/>
          <p:nvPr/>
        </p:nvSpPr>
        <p:spPr>
          <a:xfrm>
            <a:off x="2292485" y="166113"/>
            <a:ext cx="7607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AE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789C2FE7-4887-E977-1C20-9371469BB6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3459040"/>
                  </p:ext>
                </p:extLst>
              </p:nvPr>
            </p:nvGraphicFramePr>
            <p:xfrm>
              <a:off x="673100" y="2386539"/>
              <a:ext cx="3048000" cy="1692626"/>
            </p:xfrm>
            <a:graphic>
              <a:graphicData uri="http://schemas.microsoft.com/office/powerpoint/2016/slidezoom">
                <pslz:sldZm>
                  <pslz:sldZmObj sldId="273" cId="4099056920">
                    <pslz:zmPr id="{B72FA843-6EC3-4FE3-B332-0162C3B97236}" returnToParent="0" imageType="cover" transitionDur="1000">
                      <p166:blipFill xmlns:p166="http://schemas.microsoft.com/office/powerpoint/2016/6/main"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6926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89C2FE7-4887-E977-1C20-9371469BB6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3100" y="2386539"/>
                <a:ext cx="3048000" cy="16926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4F816949-5C7B-C8CB-6D1F-0ECFDA3E7E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1878478"/>
                  </p:ext>
                </p:extLst>
              </p:nvPr>
            </p:nvGraphicFramePr>
            <p:xfrm>
              <a:off x="675939" y="4505113"/>
              <a:ext cx="3042322" cy="1692626"/>
            </p:xfrm>
            <a:graphic>
              <a:graphicData uri="http://schemas.microsoft.com/office/powerpoint/2016/slidezoom">
                <pslz:sldZm>
                  <pslz:sldZmObj sldId="274" cId="2517553397">
                    <pslz:zmPr id="{23A6E734-3E29-4EAE-B578-A49019748C73}" returnToParent="0" imageType="cover" transitionDur="1000">
                      <p166:blipFill xmlns:p166="http://schemas.microsoft.com/office/powerpoint/2016/6/main"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2322" cy="16926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4F816949-5C7B-C8CB-6D1F-0ECFDA3E7E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939" y="4505113"/>
                <a:ext cx="3042322" cy="16926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4F232EB9-AADB-F98B-B968-E02B0A21BA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27920"/>
                  </p:ext>
                </p:extLst>
              </p:nvPr>
            </p:nvGraphicFramePr>
            <p:xfrm>
              <a:off x="8343877" y="2419171"/>
              <a:ext cx="2987807" cy="1669657"/>
            </p:xfrm>
            <a:graphic>
              <a:graphicData uri="http://schemas.microsoft.com/office/powerpoint/2016/slidezoom">
                <pslz:sldZm>
                  <pslz:sldZmObj sldId="276" cId="1418620760">
                    <pslz:zmPr id="{3B8D9C93-0D29-41E1-A0CE-97FEB77BB921}" returnToParent="0" imageType="cover" transitionDur="1000">
                      <p166:blipFill xmlns:p166="http://schemas.microsoft.com/office/powerpoint/2016/6/main"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87807" cy="166965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2" name="Slide Zoom 11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4F232EB9-AADB-F98B-B968-E02B0A21BA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43877" y="2419171"/>
                <a:ext cx="2987807" cy="166965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00E22582-BF5B-970C-838A-DB3A7B5C9D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8985045"/>
                  </p:ext>
                </p:extLst>
              </p:nvPr>
            </p:nvGraphicFramePr>
            <p:xfrm>
              <a:off x="8302645" y="4627387"/>
              <a:ext cx="3028910" cy="1692626"/>
            </p:xfrm>
            <a:graphic>
              <a:graphicData uri="http://schemas.microsoft.com/office/powerpoint/2016/slidezoom">
                <pslz:sldZm>
                  <pslz:sldZmObj sldId="277" cId="3597090998">
                    <pslz:zmPr id="{BB8BE872-CBE9-4AE8-943F-0DFE649AB58D}" returnToParent="0" imageType="cover" transitionDur="1000">
                      <p166:blipFill xmlns:p166="http://schemas.microsoft.com/office/powerpoint/2016/6/main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28910" cy="16926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Slide Zoom 13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00E22582-BF5B-970C-838A-DB3A7B5C9D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02645" y="4627387"/>
                <a:ext cx="3028910" cy="16926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E60DC3CA-933F-0839-B78B-74BECA054D2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5213046"/>
                  </p:ext>
                </p:extLst>
              </p:nvPr>
            </p:nvGraphicFramePr>
            <p:xfrm>
              <a:off x="4483736" y="2385339"/>
              <a:ext cx="3046727" cy="1692626"/>
            </p:xfrm>
            <a:graphic>
              <a:graphicData uri="http://schemas.microsoft.com/office/powerpoint/2016/slidezoom">
                <pslz:sldZm>
                  <pslz:sldZmObj sldId="275" cId="1635985617">
                    <pslz:zmPr id="{E6130180-C8A4-443E-AB20-7D4D1967F3ED}" returnToParent="0" imageType="cover" transitionDur="1000">
                      <p166:blipFill xmlns:p166="http://schemas.microsoft.com/office/powerpoint/2016/6/main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6727" cy="16926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5" name="Slide Zoom 1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E60DC3CA-933F-0839-B78B-74BECA054D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83736" y="2385339"/>
                <a:ext cx="3046727" cy="16926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1293DDF1-A162-C0D3-D04F-4A2F42C993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5024664"/>
                  </p:ext>
                </p:extLst>
              </p:nvPr>
            </p:nvGraphicFramePr>
            <p:xfrm>
              <a:off x="683840" y="166113"/>
              <a:ext cx="3026520" cy="1714500"/>
            </p:xfrm>
            <a:graphic>
              <a:graphicData uri="http://schemas.microsoft.com/office/powerpoint/2016/slidezoom">
                <pslz:sldZm>
                  <pslz:sldZmObj sldId="281" cId="2704744099">
                    <pslz:zmPr id="{03A02DF9-3326-4F3A-9E09-9D81E276E0DD}" returnToParent="0" imageType="cover" transitionDur="1000">
                      <p166:blipFill xmlns:p166="http://schemas.microsoft.com/office/powerpoint/2016/6/main"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2652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7" name="Slide Zoom 16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1293DDF1-A162-C0D3-D04F-4A2F42C993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3840" y="166113"/>
                <a:ext cx="302652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D749F34A-0570-F3A7-5F3C-1437E80E7C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7305323"/>
                  </p:ext>
                </p:extLst>
              </p:nvPr>
            </p:nvGraphicFramePr>
            <p:xfrm>
              <a:off x="8355767" y="171948"/>
              <a:ext cx="3048000" cy="1702829"/>
            </p:xfrm>
            <a:graphic>
              <a:graphicData uri="http://schemas.microsoft.com/office/powerpoint/2016/slidezoom">
                <pslz:sldZm>
                  <pslz:sldZmObj sldId="282" cId="2527324807">
                    <pslz:zmPr id="{C231B9FA-BAED-4533-B004-E40D2C98157B}" returnToParent="0" imageType="cover" transitionDur="1000">
                      <p166:blipFill xmlns:p166="http://schemas.microsoft.com/office/powerpoint/2016/6/main"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0282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508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Slide Zoom 18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D749F34A-0570-F3A7-5F3C-1437E80E7C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55767" y="171948"/>
                <a:ext cx="3048000" cy="170282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508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8FF37541-8017-DCC9-E2FA-F1C9F5B07D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0423715"/>
                  </p:ext>
                </p:extLst>
              </p:nvPr>
            </p:nvGraphicFramePr>
            <p:xfrm>
              <a:off x="4483100" y="4505610"/>
              <a:ext cx="3048000" cy="1713505"/>
            </p:xfrm>
            <a:graphic>
              <a:graphicData uri="http://schemas.microsoft.com/office/powerpoint/2016/slidezoom">
                <pslz:sldZm>
                  <pslz:sldZmObj sldId="283" cId="1118905880">
                    <pslz:zmPr id="{DC9712B1-5C62-4F53-979D-DC19C3A0B0BF}" returnToParent="0" imageType="cover" transitionDur="1000">
                      <p166:blipFill xmlns:p166="http://schemas.microsoft.com/office/powerpoint/2016/6/main"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35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effectLst>
                          <a:outerShdw blurRad="254000" dist="38100" dir="10800000" sx="104000" sy="104000" algn="r" rotWithShape="0">
                            <a:schemeClr val="bg1">
                              <a:alpha val="33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Slide Zoom 20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8FF37541-8017-DCC9-E2FA-F1C9F5B07D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83100" y="4505610"/>
                <a:ext cx="3048000" cy="171350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effectLst>
                <a:outerShdw blurRad="254000" dist="38100" dir="10800000" sx="104000" sy="104000" algn="r" rotWithShape="0">
                  <a:schemeClr val="bg1">
                    <a:alpha val="33000"/>
                  </a:scheme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39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93CEA9-60DF-2C66-65B1-32A08068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244"/>
          <a:stretch/>
        </p:blipFill>
        <p:spPr>
          <a:xfrm>
            <a:off x="1835150" y="0"/>
            <a:ext cx="9156700" cy="704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56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A001-48B3-4F06-EFA3-64AEE2B3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E67401-B76B-11A6-3312-4434BA4A6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63"/>
            <a:ext cx="12192000" cy="679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533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A615-67A5-6C17-E5BD-1D60AA3F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9115D-C093-B2DB-C6FC-9C3319E1B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85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37FDC-4080-B0F6-8AB0-EAC4B8DF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31DF14-8906-3789-1B3D-5536E8C6A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20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09DFC-6BA5-F879-CB66-EAC911FFB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2138449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90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71C63-CA42-F681-2BD8-967671ECA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846"/>
            <a:ext cx="12192000" cy="68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44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CC54-5769-8B70-A626-AB57F3D3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ABA668-296A-C2F5-1082-48F6EEC0B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14"/>
            <a:ext cx="12192000" cy="68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24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9B1A8-63F0-EA18-B237-EBBCBADF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1C9A0-D49F-49DD-F457-F2ECF8B68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1" y="8075"/>
            <a:ext cx="12065000" cy="68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05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E5628-3CE6-9E0E-0F99-F0677DB3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455490-3BF0-269C-9202-B85631D86047}"/>
              </a:ext>
            </a:extLst>
          </p:cNvPr>
          <p:cNvSpPr/>
          <p:nvPr/>
        </p:nvSpPr>
        <p:spPr>
          <a:xfrm>
            <a:off x="0" y="-10811"/>
            <a:ext cx="12192000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36683-7FF5-FC45-1FB3-AAC9A5C2BA26}"/>
              </a:ext>
            </a:extLst>
          </p:cNvPr>
          <p:cNvSpPr txBox="1"/>
          <p:nvPr/>
        </p:nvSpPr>
        <p:spPr>
          <a:xfrm>
            <a:off x="1898784" y="2487165"/>
            <a:ext cx="894701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AE" sz="11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282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279</Words>
  <Application>Microsoft Office PowerPoint</Application>
  <PresentationFormat>Widescreen</PresentationFormat>
  <Paragraphs>75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Segoe UI Black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aneshra nabeel</dc:creator>
  <cp:lastModifiedBy>aneshra nabeel</cp:lastModifiedBy>
  <cp:revision>7</cp:revision>
  <dcterms:created xsi:type="dcterms:W3CDTF">2025-06-26T07:38:10Z</dcterms:created>
  <dcterms:modified xsi:type="dcterms:W3CDTF">2025-06-28T22:56:48Z</dcterms:modified>
</cp:coreProperties>
</file>